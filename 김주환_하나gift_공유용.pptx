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4"/>
  </p:notesMasterIdLst>
  <p:sldIdLst>
    <p:sldId id="256" r:id="rId5"/>
    <p:sldId id="264" r:id="rId6"/>
    <p:sldId id="265" r:id="rId7"/>
    <p:sldId id="257" r:id="rId8"/>
    <p:sldId id="266" r:id="rId9"/>
    <p:sldId id="269" r:id="rId10"/>
    <p:sldId id="300" r:id="rId11"/>
    <p:sldId id="260" r:id="rId12"/>
    <p:sldId id="261" r:id="rId13"/>
    <p:sldId id="286" r:id="rId14"/>
    <p:sldId id="267" r:id="rId15"/>
    <p:sldId id="268" r:id="rId16"/>
    <p:sldId id="270" r:id="rId17"/>
    <p:sldId id="271" r:id="rId18"/>
    <p:sldId id="272" r:id="rId19"/>
    <p:sldId id="281" r:id="rId20"/>
    <p:sldId id="289" r:id="rId21"/>
    <p:sldId id="287" r:id="rId22"/>
    <p:sldId id="290" r:id="rId23"/>
    <p:sldId id="291" r:id="rId24"/>
    <p:sldId id="292" r:id="rId25"/>
    <p:sldId id="293" r:id="rId26"/>
    <p:sldId id="301" r:id="rId27"/>
    <p:sldId id="294" r:id="rId28"/>
    <p:sldId id="295" r:id="rId29"/>
    <p:sldId id="296" r:id="rId30"/>
    <p:sldId id="299" r:id="rId31"/>
    <p:sldId id="297" r:id="rId32"/>
    <p:sldId id="298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1C888C-CD30-294E-8359-FC95F51138FC}" v="40" dt="2024-10-14T00:35:44.981"/>
    <p1510:client id="{F5B13B99-FADE-B803-AEB2-4693F7632054}" v="2" dt="2024-10-14T01:35:06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70975"/>
  </p:normalViewPr>
  <p:slideViewPr>
    <p:cSldViewPr snapToGrid="0">
      <p:cViewPr varScale="1">
        <p:scale>
          <a:sx n="81" d="100"/>
          <a:sy n="81" d="100"/>
        </p:scale>
        <p:origin x="1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gWon chi" userId="S::jpro@office.kopo.ac.kr::d65d978b-6555-40a1-84d0-6beb009925d8" providerId="AD" clId="Web-{F5B13B99-FADE-B803-AEB2-4693F7632054}"/>
    <pc:docChg chg="modSld">
      <pc:chgData name="JungWon chi" userId="S::jpro@office.kopo.ac.kr::d65d978b-6555-40a1-84d0-6beb009925d8" providerId="AD" clId="Web-{F5B13B99-FADE-B803-AEB2-4693F7632054}" dt="2024-10-14T01:36:54.255" v="80"/>
      <pc:docMkLst>
        <pc:docMk/>
      </pc:docMkLst>
      <pc:sldChg chg="modNotes">
        <pc:chgData name="JungWon chi" userId="S::jpro@office.kopo.ac.kr::d65d978b-6555-40a1-84d0-6beb009925d8" providerId="AD" clId="Web-{F5B13B99-FADE-B803-AEB2-4693F7632054}" dt="2024-10-14T01:33:58.867" v="26"/>
        <pc:sldMkLst>
          <pc:docMk/>
          <pc:sldMk cId="4131028129" sldId="260"/>
        </pc:sldMkLst>
      </pc:sldChg>
      <pc:sldChg chg="modNotes">
        <pc:chgData name="JungWon chi" userId="S::jpro@office.kopo.ac.kr::d65d978b-6555-40a1-84d0-6beb009925d8" providerId="AD" clId="Web-{F5B13B99-FADE-B803-AEB2-4693F7632054}" dt="2024-10-14T01:34:19.196" v="30"/>
        <pc:sldMkLst>
          <pc:docMk/>
          <pc:sldMk cId="3151816513" sldId="261"/>
        </pc:sldMkLst>
      </pc:sldChg>
      <pc:sldChg chg="modNotes">
        <pc:chgData name="JungWon chi" userId="S::jpro@office.kopo.ac.kr::d65d978b-6555-40a1-84d0-6beb009925d8" providerId="AD" clId="Web-{F5B13B99-FADE-B803-AEB2-4693F7632054}" dt="2024-10-14T01:35:02.559" v="68"/>
        <pc:sldMkLst>
          <pc:docMk/>
          <pc:sldMk cId="4083972975" sldId="267"/>
        </pc:sldMkLst>
      </pc:sldChg>
      <pc:sldChg chg="modNotes">
        <pc:chgData name="JungWon chi" userId="S::jpro@office.kopo.ac.kr::d65d978b-6555-40a1-84d0-6beb009925d8" providerId="AD" clId="Web-{F5B13B99-FADE-B803-AEB2-4693F7632054}" dt="2024-10-14T01:36:54.255" v="80"/>
        <pc:sldMkLst>
          <pc:docMk/>
          <pc:sldMk cId="2238092097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81656-A81D-0545-917B-C99175CFCF22}" type="datetimeFigureOut">
              <a:rPr kumimoji="1" lang="ko-KR" altLang="en-US" smtClean="0"/>
              <a:t>2024. 10. 17.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44ED0-F14C-2B49-AEAE-CB124ABD17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79126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7432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98738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8563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2796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57449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ea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5197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78065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ea typeface="맑은 고딕"/>
            </a:endParaRPr>
          </a:p>
          <a:p>
            <a:endParaRPr lang="en-US" altLang="ko-KR" dirty="0">
              <a:ea typeface="맑은 고딕"/>
            </a:endParaRPr>
          </a:p>
          <a:p>
            <a:endParaRPr lang="en-US" altLang="ko-KR" dirty="0">
              <a:ea typeface="맑은 고딕"/>
            </a:endParaRPr>
          </a:p>
          <a:p>
            <a:endParaRPr lang="en-US" altLang="ko-KR" dirty="0">
              <a:ea typeface="맑은 고딕"/>
            </a:endParaRPr>
          </a:p>
          <a:p>
            <a:endParaRPr lang="en-US" altLang="ko-KR" dirty="0">
              <a:ea typeface="맑은 고딕"/>
            </a:endParaRPr>
          </a:p>
          <a:p>
            <a:endParaRPr lang="en-US" altLang="ko-KR" dirty="0">
              <a:ea typeface="맑은 고딕"/>
            </a:endParaRPr>
          </a:p>
          <a:p>
            <a:endParaRPr lang="en-US" altLang="ko-KR" dirty="0">
              <a:ea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584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ea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78112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1296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a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01197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26259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kumimoji="1" lang="en-US" altLang="ko-KR" dirty="0"/>
            </a:b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3720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654168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53376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2723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46728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44ED0-F14C-2B49-AEAE-CB124ABD1774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89915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F78287-0DA9-68B2-C85D-E4C00E76B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BBBACA-E97F-44A7-ABE6-4CD5B386C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081904-3957-032C-8C69-50DDD7D08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4B06-B2BB-4D4D-BF93-0956DE9D9D1C}" type="datetimeFigureOut">
              <a:rPr kumimoji="1" lang="ko-KR" altLang="en-US" smtClean="0"/>
              <a:t>2024. 10. 17.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C7947C-B057-89EF-DB00-8FCF2601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E2567E-D42F-3D2E-4F3D-4A6E1793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650D-DC40-FF4D-9991-AD5EF33CA51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4676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BF14F-8CAA-A5AE-9420-91B38EE1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3FF7B9-10AF-3580-8354-6B30F6C32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CFE9F6-3EB4-F051-1E13-33B3489C7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4B06-B2BB-4D4D-BF93-0956DE9D9D1C}" type="datetimeFigureOut">
              <a:rPr kumimoji="1" lang="ko-KR" altLang="en-US" smtClean="0"/>
              <a:t>2024. 10. 17.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A5E34A-1B10-066E-8D2A-3F9460E8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95B9F-4BE2-26CE-BA78-4D896360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650D-DC40-FF4D-9991-AD5EF33CA51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28187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0DC3E1-BFCC-3BA7-FC02-F12AC5984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D43993-61AA-FC92-A2D5-301DDDB82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4FADEB-F4DB-1EE2-3A6C-7388878C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4B06-B2BB-4D4D-BF93-0956DE9D9D1C}" type="datetimeFigureOut">
              <a:rPr kumimoji="1" lang="ko-KR" altLang="en-US" smtClean="0"/>
              <a:t>2024. 10. 17.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89E63B-4032-FC28-9F3E-74A30ADA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C2AB00-301C-9A60-AC9E-BCCAF219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650D-DC40-FF4D-9991-AD5EF33CA51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27893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AD191-1D59-9347-CD6C-283532F77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ADF66C-380E-6887-F621-E206DBD817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348612-18BC-C6CB-33F8-02C5B5D3A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4B3EFE-203B-94B8-1B9B-B06719FDA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4B06-B2BB-4D4D-BF93-0956DE9D9D1C}" type="datetimeFigureOut">
              <a:rPr kumimoji="1" lang="ko-KR" altLang="en-US" smtClean="0"/>
              <a:t>2024. 10. 17.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4AA75E-60C2-406F-B4A8-EFE10C689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EA400-3F2D-489B-46EB-827EDEEC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650D-DC40-FF4D-9991-AD5EF33CA51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7702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5509FF-3822-DA1B-CBA8-9075C2286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7D5BC2-CB48-E859-918B-433C0198C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6F325E-2CE8-F891-3F7C-D30B79842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543E5B-03EA-C002-6F03-BE1C78FEFD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07B37D8-D62D-2B49-9B97-34ECD2FE8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35A228A-E1E5-30D7-2C17-BE223F902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4B06-B2BB-4D4D-BF93-0956DE9D9D1C}" type="datetimeFigureOut">
              <a:rPr kumimoji="1" lang="ko-KR" altLang="en-US" smtClean="0"/>
              <a:t>2024. 10. 17.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FA4DF4-0003-BCFD-0074-9F03BBDC5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45EB8B-584C-57C5-32A2-F36B43075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650D-DC40-FF4D-9991-AD5EF33CA51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9297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71C67B-11D9-553E-68C2-F7DB93DC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9747AA-BCC6-C056-2C09-2B8EFEA90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4B06-B2BB-4D4D-BF93-0956DE9D9D1C}" type="datetimeFigureOut">
              <a:rPr kumimoji="1" lang="ko-KR" altLang="en-US" smtClean="0"/>
              <a:t>2024. 10. 17.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7911C1-C338-CE98-2C1B-1E85B7B3E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B899B8-74C0-7477-413C-CCF9F8B8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650D-DC40-FF4D-9991-AD5EF33CA51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2063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A46245-EA52-3B0E-BA3A-E764FEF4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4B06-B2BB-4D4D-BF93-0956DE9D9D1C}" type="datetimeFigureOut">
              <a:rPr kumimoji="1" lang="ko-KR" altLang="en-US" smtClean="0"/>
              <a:t>2024. 10. 17.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D8D9B9-E3FF-D2F9-9395-5E69D1259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3B4411-B0C7-C936-3E79-9282A2DD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650D-DC40-FF4D-9991-AD5EF33CA51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0412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12A082-8216-43E6-9003-4F655E27A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302658-F94F-C690-0458-8CB417033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78C0A6-0CA2-8AC3-A14E-46C4FD3F5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631230-51AA-C6BF-E0A6-6C667B9E0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4B06-B2BB-4D4D-BF93-0956DE9D9D1C}" type="datetimeFigureOut">
              <a:rPr kumimoji="1" lang="ko-KR" altLang="en-US" smtClean="0"/>
              <a:t>2024. 10. 17.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42FF13-44C2-4911-E9F5-888742D31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8153F7-922D-27BD-A653-910C4AD93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650D-DC40-FF4D-9991-AD5EF33CA51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2070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B91D3B-C9FB-245C-3241-C628519EA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4E7C58-402D-1034-02EF-005D63F45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AAA494-592D-5BB0-D8C0-5F3396ACB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D36FA0-430B-5CB7-E275-D1CA563F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4B06-B2BB-4D4D-BF93-0956DE9D9D1C}" type="datetimeFigureOut">
              <a:rPr kumimoji="1" lang="ko-KR" altLang="en-US" smtClean="0"/>
              <a:t>2024. 10. 17.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34DA93-596B-9810-D841-E8348C08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7E41D4-B4EF-696D-C0A6-BF7368F1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650D-DC40-FF4D-9991-AD5EF33CA51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98611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2B7AA3-57AC-98C9-BF95-B26CC5D6B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FA8CCC-3311-057F-41CF-0286360DE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B41E9C-4A65-9036-0750-677203669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4B06-B2BB-4D4D-BF93-0956DE9D9D1C}" type="datetimeFigureOut">
              <a:rPr kumimoji="1" lang="ko-KR" altLang="en-US" smtClean="0"/>
              <a:t>2024. 10. 17.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AC6E6D-4720-9822-66F9-381F5449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57C80B-86AB-44A8-6655-E331000A9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650D-DC40-FF4D-9991-AD5EF33CA51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97158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B2BE718-077B-BB88-D1ED-2C5CCEE60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5DB08F-49E0-0FB3-E00F-AD11F3373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BA1163-5CCB-73E9-5F35-D1484663C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4B06-B2BB-4D4D-BF93-0956DE9D9D1C}" type="datetimeFigureOut">
              <a:rPr kumimoji="1" lang="ko-KR" altLang="en-US" smtClean="0"/>
              <a:t>2024. 10. 17.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1440B5-80A2-AEB5-7145-DD04DAB0B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F0FB2E-8D4A-E925-8F9A-459685685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650D-DC40-FF4D-9991-AD5EF33CA51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6860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D69599-0D4D-4954-750E-7D50B7689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1DEFAC-AA00-87B5-D0B7-2CE9BEF5D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AD6541-0088-B93B-AF1A-FB433965C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644B06-B2BB-4D4D-BF93-0956DE9D9D1C}" type="datetimeFigureOut">
              <a:rPr kumimoji="1" lang="ko-KR" altLang="en-US" smtClean="0"/>
              <a:t>2024. 10. 17.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7025B9-0C77-4405-7C8E-227A9AF42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636A0-F5A8-0B71-2605-A0B7AFED4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F650D-DC40-FF4D-9991-AD5EF33CA51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52085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XPFlHQOxrU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의류, 사람, 스크린샷이(가) 표시된 사진&#10;&#10;자동 생성된 설명">
            <a:extLst>
              <a:ext uri="{FF2B5EF4-FFF2-40B4-BE49-F238E27FC236}">
                <a16:creationId xmlns:a16="http://schemas.microsoft.com/office/drawing/2014/main" id="{E2D5F381-CB05-EB23-204E-C0B80E624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93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1C111817-8B1C-BD6A-6886-885092EE6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17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812F5-5F6B-9C41-A1B4-A4E9312BF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D0EF8E7E-C55C-3532-5E12-5E870B7A1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033753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웹 페이지, 소프트웨어이(가) 표시된 사진&#10;&#10;자동 생성된 설명">
            <a:extLst>
              <a:ext uri="{FF2B5EF4-FFF2-40B4-BE49-F238E27FC236}">
                <a16:creationId xmlns:a16="http://schemas.microsoft.com/office/drawing/2014/main" id="{8AE4CC3E-288B-7D3F-CD5D-9317B423C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278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D4838-83D3-8F16-70E8-F580488A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4AA521FD-5DE5-CD35-7484-BFD36060E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03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1E68A-CA8C-A791-B903-113A839B2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로고, 폰트이(가) 표시된 사진&#10;&#10;자동 생성된 설명">
            <a:extLst>
              <a:ext uri="{FF2B5EF4-FFF2-40B4-BE49-F238E27FC236}">
                <a16:creationId xmlns:a16="http://schemas.microsoft.com/office/drawing/2014/main" id="{A4A3318B-06AD-B0BE-EF34-7A246DE3E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92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8970713A-6411-D2A0-1647-2DEB660C2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73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ECA50363-C15E-1270-23E0-3A7D1BFC0B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4131028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폰트, 웹 페이지이(가) 표시된 사진&#10;&#10;자동 생성된 설명">
            <a:extLst>
              <a:ext uri="{FF2B5EF4-FFF2-40B4-BE49-F238E27FC236}">
                <a16:creationId xmlns:a16="http://schemas.microsoft.com/office/drawing/2014/main" id="{DDA9AF4D-0BFC-CFFB-3F91-942D5AA99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151816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895C7B64-C579-A25F-6C1B-9A5232D38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09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2B717-3F53-3A60-22BE-7A4E4B296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도표, 폰트, 번호이(가) 표시된 사진&#10;&#10;자동 생성된 설명">
            <a:extLst>
              <a:ext uri="{FF2B5EF4-FFF2-40B4-BE49-F238E27FC236}">
                <a16:creationId xmlns:a16="http://schemas.microsoft.com/office/drawing/2014/main" id="{5DE16491-61BC-147F-6329-EF632B7D7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972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D47DF-EE5F-2095-7980-92F9E5A61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브랜드이(가) 표시된 사진&#10;&#10;자동 생성된 설명">
            <a:extLst>
              <a:ext uri="{FF2B5EF4-FFF2-40B4-BE49-F238E27FC236}">
                <a16:creationId xmlns:a16="http://schemas.microsoft.com/office/drawing/2014/main" id="{FC6E9B1D-B4F5-A5AA-4A4B-9757030C6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640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D54B3-5479-CA0E-0251-667FE31D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F9801CC8-290E-EC56-AD9F-0DE84D377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0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FB3EA-2016-38EF-AB8F-8C6F52C4E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컴퓨터, 운영 체제이(가) 표시된 사진&#10;&#10;자동 생성된 설명">
            <a:hlinkClick r:id="rId3"/>
            <a:extLst>
              <a:ext uri="{FF2B5EF4-FFF2-40B4-BE49-F238E27FC236}">
                <a16:creationId xmlns:a16="http://schemas.microsoft.com/office/drawing/2014/main" id="{8C67F815-B1BF-54CD-2238-3346DC0AA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09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2F51F-0E57-8D29-BCE4-3FCFCD520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소프트웨어, 도표, 웹 페이지이(가) 표시된 사진&#10;&#10;자동 생성된 설명">
            <a:extLst>
              <a:ext uri="{FF2B5EF4-FFF2-40B4-BE49-F238E27FC236}">
                <a16:creationId xmlns:a16="http://schemas.microsoft.com/office/drawing/2014/main" id="{84D31E94-1209-F1CA-BC30-8C7485403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856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15E25-E29A-C56A-01F7-E6931E01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34028689-982A-F41C-276B-FCEC80805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18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내용 개체 틀 12" descr="텍스트, 도표, 스크린샷, 평면도이(가) 표시된 사진&#10;&#10;자동 생성된 설명">
            <a:extLst>
              <a:ext uri="{FF2B5EF4-FFF2-40B4-BE49-F238E27FC236}">
                <a16:creationId xmlns:a16="http://schemas.microsoft.com/office/drawing/2014/main" id="{EB39F787-29D5-A5F5-4856-120F52DC3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415180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CE6F42-64A5-2543-566E-3C2DC1AF5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13" name="내용 개체 틀 12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115A509A-A41E-A76F-9750-C4A7497086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91101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BEF3D-DB42-F3DE-56E1-CB5EE2718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9" name="내용 개체 틀 8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D4300CF-7610-7969-3FD1-CF67442DEF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138214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71064-4524-D068-EB9B-FF8209B3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 descr="텍스트, 스크린샷, 폰트, 웹 페이지이(가) 표시된 사진&#10;&#10;자동 생성된 설명">
            <a:extLst>
              <a:ext uri="{FF2B5EF4-FFF2-40B4-BE49-F238E27FC236}">
                <a16:creationId xmlns:a16="http://schemas.microsoft.com/office/drawing/2014/main" id="{D97A7150-94D0-917C-093A-F46F68408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937590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4F689-E99A-C5B9-4C9E-74072EEA8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 descr="텍스트, 웹사이트, 웹 페이지, 소프트웨어이(가) 표시된 사진&#10;&#10;자동 생성된 설명">
            <a:extLst>
              <a:ext uri="{FF2B5EF4-FFF2-40B4-BE49-F238E27FC236}">
                <a16:creationId xmlns:a16="http://schemas.microsoft.com/office/drawing/2014/main" id="{4384F2CE-1496-7130-2DDE-A0FBF5F0D5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53710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CE478-6238-4D77-185E-E708A9632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 descr="텍스트, 번호, 폰트, 스크린샷이(가) 표시된 사진&#10;&#10;자동 생성된 설명">
            <a:extLst>
              <a:ext uri="{FF2B5EF4-FFF2-40B4-BE49-F238E27FC236}">
                <a16:creationId xmlns:a16="http://schemas.microsoft.com/office/drawing/2014/main" id="{439EDC0D-76DB-FFE4-90C5-867D261830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80898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6ACF6C-5F13-F963-F043-80A26CBF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 descr="텍스트, 스크린샷, 폰트, 웹 페이지이(가) 표시된 사진&#10;&#10;자동 생성된 설명">
            <a:extLst>
              <a:ext uri="{FF2B5EF4-FFF2-40B4-BE49-F238E27FC236}">
                <a16:creationId xmlns:a16="http://schemas.microsoft.com/office/drawing/2014/main" id="{25F9EFF8-509F-2CAF-96A6-0138EE2A2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89044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3FC41-B09F-686C-24CE-9C919009B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9" name="내용 개체 틀 8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C0EEE58-9DAB-9FD1-E29C-25F3E92C8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830207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EE7A43-9573-103D-53E4-84CF0A537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5C7499D3-C900-C018-CD19-0F93F0AAC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845535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788FD-C894-7598-5A41-EEE1030D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26E3BD75-0142-E570-5917-8AA2A0DC1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901501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C2642-65CF-3803-5ED4-75D54D07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BE987C9F-213A-8B2C-CD6B-BE1464E69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317617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CB2883-EB58-6222-415A-0D3263384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EEB6227F-B44D-425B-8F77-EC347E961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1922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64B480-1ACA-EC2D-8665-B1161378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 descr="텍스트, 스크린샷, 폰트, 웹 페이지이(가) 표시된 사진&#10;&#10;자동 생성된 설명">
            <a:extLst>
              <a:ext uri="{FF2B5EF4-FFF2-40B4-BE49-F238E27FC236}">
                <a16:creationId xmlns:a16="http://schemas.microsoft.com/office/drawing/2014/main" id="{DFF2A50C-428C-2EB0-56DE-76A4F0FD2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12192002" cy="6858001"/>
          </a:xfrm>
        </p:spPr>
      </p:pic>
    </p:spTree>
    <p:extLst>
      <p:ext uri="{BB962C8B-B14F-4D97-AF65-F5344CB8AC3E}">
        <p14:creationId xmlns:p14="http://schemas.microsoft.com/office/powerpoint/2010/main" val="2751769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fc54cb-a638-43dd-bbcf-d8e7c3733ce0">
      <Terms xmlns="http://schemas.microsoft.com/office/infopath/2007/PartnerControls"/>
    </lcf76f155ced4ddcb4097134ff3c332f>
    <TaxCatchAll xmlns="27d67854-f8f3-4c9e-92af-bb57896d52a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349ED44C96EA04FA53F2462643F1452" ma:contentTypeVersion="13" ma:contentTypeDescription="새 문서를 만듭니다." ma:contentTypeScope="" ma:versionID="9d0f8d0b640856d6cdf5dc7e19b37bbb">
  <xsd:schema xmlns:xsd="http://www.w3.org/2001/XMLSchema" xmlns:xs="http://www.w3.org/2001/XMLSchema" xmlns:p="http://schemas.microsoft.com/office/2006/metadata/properties" xmlns:ns2="36fc54cb-a638-43dd-bbcf-d8e7c3733ce0" xmlns:ns3="27d67854-f8f3-4c9e-92af-bb57896d52ad" targetNamespace="http://schemas.microsoft.com/office/2006/metadata/properties" ma:root="true" ma:fieldsID="80a0f1f8dd04014a03904e6b3cbbbb78" ns2:_="" ns3:_="">
    <xsd:import namespace="36fc54cb-a638-43dd-bbcf-d8e7c3733ce0"/>
    <xsd:import namespace="27d67854-f8f3-4c9e-92af-bb57896d52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fc54cb-a638-43dd-bbcf-d8e7c3733c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8000a940-ae6c-43da-b619-de366c7f0a5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d67854-f8f3-4c9e-92af-bb57896d52a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8014e3e-d6aa-4140-8cbb-acb4bf2015a6}" ma:internalName="TaxCatchAll" ma:showField="CatchAllData" ma:web="27d67854-f8f3-4c9e-92af-bb57896d52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DC62D6-D4DB-446E-9E7B-0233111F572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930606D-5F55-4B88-9E1B-622DE873E2E9}">
  <ds:schemaRefs>
    <ds:schemaRef ds:uri="27d67854-f8f3-4c9e-92af-bb57896d52ad"/>
    <ds:schemaRef ds:uri="36fc54cb-a638-43dd-bbcf-d8e7c3733ce0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C6AE1E2-C9FF-4847-91D3-830FFFA39A91}">
  <ds:schemaRefs>
    <ds:schemaRef ds:uri="27d67854-f8f3-4c9e-92af-bb57896d52ad"/>
    <ds:schemaRef ds:uri="36fc54cb-a638-43dd-bbcf-d8e7c3733ce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2442</TotalTime>
  <Words>19</Words>
  <Application>Microsoft Macintosh PowerPoint</Application>
  <PresentationFormat>와이드스크린</PresentationFormat>
  <Paragraphs>24</Paragraphs>
  <Slides>29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김주환</dc:creator>
  <cp:lastModifiedBy>김주환</cp:lastModifiedBy>
  <cp:revision>69</cp:revision>
  <dcterms:created xsi:type="dcterms:W3CDTF">2024-10-08T07:49:08Z</dcterms:created>
  <dcterms:modified xsi:type="dcterms:W3CDTF">2024-10-17T09:43:23Z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0x0101006349ED44C96EA04FA53F2462643F1452</vt:lpwstr>
  </property>
  <property fmtid="{D5CDD505-2E9C-101B-9397-08002B2CF9AE}" pid="3" name="MediaServiceImageTags">
    <vt:lpwstr/>
  </property>
</Properties>
</file>